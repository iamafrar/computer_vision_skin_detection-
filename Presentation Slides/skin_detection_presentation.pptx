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76" r:id="rId15"/>
    <p:sldId id="269" r:id="rId16"/>
    <p:sldId id="270" r:id="rId17"/>
    <p:sldId id="271" r:id="rId18"/>
    <p:sldId id="272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8"/>
  </p:normalViewPr>
  <p:slideViewPr>
    <p:cSldViewPr snapToGrid="0" snapToObjects="1">
      <p:cViewPr varScale="1">
        <p:scale>
          <a:sx n="63" d="100"/>
          <a:sy n="63" d="100"/>
        </p:scale>
        <p:origin x="58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B207D7-3007-491F-86A8-BC9CE7D8FC1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5A2AB75-D9D8-42BC-B789-801042C062CF}">
      <dgm:prSet/>
      <dgm:spPr/>
      <dgm:t>
        <a:bodyPr/>
        <a:lstStyle/>
        <a:p>
          <a:r>
            <a:rPr lang="en-US"/>
            <a:t>• Dataset stored in folders:</a:t>
          </a:r>
        </a:p>
      </dgm:t>
    </dgm:pt>
    <dgm:pt modelId="{0C91C978-441D-42B5-823C-E68E06B8C21E}" type="parTrans" cxnId="{60B69193-07AE-441D-A4BF-A9C82E84D1A4}">
      <dgm:prSet/>
      <dgm:spPr/>
      <dgm:t>
        <a:bodyPr/>
        <a:lstStyle/>
        <a:p>
          <a:endParaRPr lang="en-US"/>
        </a:p>
      </dgm:t>
    </dgm:pt>
    <dgm:pt modelId="{452F35E0-64EF-4FDD-9A4D-BF8E35ED7AD3}" type="sibTrans" cxnId="{60B69193-07AE-441D-A4BF-A9C82E84D1A4}">
      <dgm:prSet/>
      <dgm:spPr/>
      <dgm:t>
        <a:bodyPr/>
        <a:lstStyle/>
        <a:p>
          <a:endParaRPr lang="en-US"/>
        </a:p>
      </dgm:t>
    </dgm:pt>
    <dgm:pt modelId="{8DCFB1DF-A704-4B7B-9666-D7172731CEA3}">
      <dgm:prSet/>
      <dgm:spPr/>
      <dgm:t>
        <a:bodyPr/>
        <a:lstStyle/>
        <a:p>
          <a:r>
            <a:rPr lang="en-US"/>
            <a:t>- Images</a:t>
          </a:r>
        </a:p>
      </dgm:t>
    </dgm:pt>
    <dgm:pt modelId="{E6FFC822-7EC8-4723-9A74-3335EBA8374A}" type="parTrans" cxnId="{1E9F4117-3B7A-44A6-9FA5-22097F6CBFD1}">
      <dgm:prSet/>
      <dgm:spPr/>
      <dgm:t>
        <a:bodyPr/>
        <a:lstStyle/>
        <a:p>
          <a:endParaRPr lang="en-US"/>
        </a:p>
      </dgm:t>
    </dgm:pt>
    <dgm:pt modelId="{65B71388-BB25-43A9-80E2-863F2CBB3769}" type="sibTrans" cxnId="{1E9F4117-3B7A-44A6-9FA5-22097F6CBFD1}">
      <dgm:prSet/>
      <dgm:spPr/>
      <dgm:t>
        <a:bodyPr/>
        <a:lstStyle/>
        <a:p>
          <a:endParaRPr lang="en-US"/>
        </a:p>
      </dgm:t>
    </dgm:pt>
    <dgm:pt modelId="{338463ED-649C-48DF-9DCA-125BC6891E35}">
      <dgm:prSet/>
      <dgm:spPr/>
      <dgm:t>
        <a:bodyPr/>
        <a:lstStyle/>
        <a:p>
          <a:r>
            <a:rPr lang="en-US"/>
            <a:t>- Cropped skin regions</a:t>
          </a:r>
        </a:p>
      </dgm:t>
    </dgm:pt>
    <dgm:pt modelId="{F241CF04-70B0-444C-9323-18DBD35C0B53}" type="parTrans" cxnId="{98E599C2-1EB0-4AA5-A940-07C13A307AD8}">
      <dgm:prSet/>
      <dgm:spPr/>
      <dgm:t>
        <a:bodyPr/>
        <a:lstStyle/>
        <a:p>
          <a:endParaRPr lang="en-US"/>
        </a:p>
      </dgm:t>
    </dgm:pt>
    <dgm:pt modelId="{CC78DB06-A734-4F67-92CB-8128B3916223}" type="sibTrans" cxnId="{98E599C2-1EB0-4AA5-A940-07C13A307AD8}">
      <dgm:prSet/>
      <dgm:spPr/>
      <dgm:t>
        <a:bodyPr/>
        <a:lstStyle/>
        <a:p>
          <a:endParaRPr lang="en-US"/>
        </a:p>
      </dgm:t>
    </dgm:pt>
    <dgm:pt modelId="{D14E102D-FA95-4C8A-BDCD-494AE7902586}">
      <dgm:prSet/>
      <dgm:spPr/>
      <dgm:t>
        <a:bodyPr/>
        <a:lstStyle/>
        <a:p>
          <a:r>
            <a:rPr lang="en-US"/>
            <a:t>• Contains:</a:t>
          </a:r>
        </a:p>
      </dgm:t>
    </dgm:pt>
    <dgm:pt modelId="{0F8265DC-C115-4B13-BAD8-4DE5D33BCB69}" type="parTrans" cxnId="{16D3745B-6856-4700-807D-9AB072528DAB}">
      <dgm:prSet/>
      <dgm:spPr/>
      <dgm:t>
        <a:bodyPr/>
        <a:lstStyle/>
        <a:p>
          <a:endParaRPr lang="en-US"/>
        </a:p>
      </dgm:t>
    </dgm:pt>
    <dgm:pt modelId="{AA5EC164-7371-4A3E-9BD9-16F6730FFE34}" type="sibTrans" cxnId="{16D3745B-6856-4700-807D-9AB072528DAB}">
      <dgm:prSet/>
      <dgm:spPr/>
      <dgm:t>
        <a:bodyPr/>
        <a:lstStyle/>
        <a:p>
          <a:endParaRPr lang="en-US"/>
        </a:p>
      </dgm:t>
    </dgm:pt>
    <dgm:pt modelId="{4C7AF86C-0B47-4E84-A6A4-4DA8A86EE316}">
      <dgm:prSet/>
      <dgm:spPr/>
      <dgm:t>
        <a:bodyPr/>
        <a:lstStyle/>
        <a:p>
          <a:r>
            <a:rPr lang="en-US"/>
            <a:t>- Different skin tones</a:t>
          </a:r>
        </a:p>
      </dgm:t>
    </dgm:pt>
    <dgm:pt modelId="{2F5233D5-4C12-42E9-A4E0-6A2339B13FE6}" type="parTrans" cxnId="{7920F1CD-1A44-41F0-B444-A8CF6898EAD8}">
      <dgm:prSet/>
      <dgm:spPr/>
      <dgm:t>
        <a:bodyPr/>
        <a:lstStyle/>
        <a:p>
          <a:endParaRPr lang="en-US"/>
        </a:p>
      </dgm:t>
    </dgm:pt>
    <dgm:pt modelId="{14E02442-379C-44F1-9DAC-BED862BE44ED}" type="sibTrans" cxnId="{7920F1CD-1A44-41F0-B444-A8CF6898EAD8}">
      <dgm:prSet/>
      <dgm:spPr/>
      <dgm:t>
        <a:bodyPr/>
        <a:lstStyle/>
        <a:p>
          <a:endParaRPr lang="en-US"/>
        </a:p>
      </dgm:t>
    </dgm:pt>
    <dgm:pt modelId="{BE789E62-6C44-4545-9ADB-9FAD54178CE1}">
      <dgm:prSet/>
      <dgm:spPr/>
      <dgm:t>
        <a:bodyPr/>
        <a:lstStyle/>
        <a:p>
          <a:r>
            <a:rPr lang="en-US"/>
            <a:t>- Various lighting conditions</a:t>
          </a:r>
        </a:p>
      </dgm:t>
    </dgm:pt>
    <dgm:pt modelId="{E4C9C12E-FDF9-4586-8656-D8ED3FBCD377}" type="parTrans" cxnId="{183831F9-9D51-47BA-8CD7-A0BDBA9A102A}">
      <dgm:prSet/>
      <dgm:spPr/>
      <dgm:t>
        <a:bodyPr/>
        <a:lstStyle/>
        <a:p>
          <a:endParaRPr lang="en-US"/>
        </a:p>
      </dgm:t>
    </dgm:pt>
    <dgm:pt modelId="{D00AE635-E8C1-4BB0-A7CE-35D19F0EE9CB}" type="sibTrans" cxnId="{183831F9-9D51-47BA-8CD7-A0BDBA9A102A}">
      <dgm:prSet/>
      <dgm:spPr/>
      <dgm:t>
        <a:bodyPr/>
        <a:lstStyle/>
        <a:p>
          <a:endParaRPr lang="en-US"/>
        </a:p>
      </dgm:t>
    </dgm:pt>
    <dgm:pt modelId="{EA97EA4C-1E4D-4BD9-93EE-B9C11B8EA4E9}">
      <dgm:prSet/>
      <dgm:spPr/>
      <dgm:t>
        <a:bodyPr/>
        <a:lstStyle/>
        <a:p>
          <a:r>
            <a:rPr lang="en-US"/>
            <a:t>- Multiple backgrounds</a:t>
          </a:r>
        </a:p>
      </dgm:t>
    </dgm:pt>
    <dgm:pt modelId="{C116C57A-2D51-4DCE-9A59-013DECA9B391}" type="parTrans" cxnId="{EDE0EE1B-21A8-451D-A242-D8EA33BACC08}">
      <dgm:prSet/>
      <dgm:spPr/>
      <dgm:t>
        <a:bodyPr/>
        <a:lstStyle/>
        <a:p>
          <a:endParaRPr lang="en-US"/>
        </a:p>
      </dgm:t>
    </dgm:pt>
    <dgm:pt modelId="{DF8FBE38-3B75-4676-9400-01C09B3A03C8}" type="sibTrans" cxnId="{EDE0EE1B-21A8-451D-A242-D8EA33BACC08}">
      <dgm:prSet/>
      <dgm:spPr/>
      <dgm:t>
        <a:bodyPr/>
        <a:lstStyle/>
        <a:p>
          <a:endParaRPr lang="en-US"/>
        </a:p>
      </dgm:t>
    </dgm:pt>
    <dgm:pt modelId="{704A3D10-7745-4F7B-ACD0-25DDB63CC6D6}">
      <dgm:prSet/>
      <dgm:spPr/>
      <dgm:t>
        <a:bodyPr/>
        <a:lstStyle/>
        <a:p>
          <a:r>
            <a:rPr lang="en-US"/>
            <a:t>• Cropped images used for training</a:t>
          </a:r>
        </a:p>
      </dgm:t>
    </dgm:pt>
    <dgm:pt modelId="{C2AD73AE-07E7-40ED-9012-859FEDF31EAB}" type="parTrans" cxnId="{4744D32C-D7A1-4089-A41F-692A1412931D}">
      <dgm:prSet/>
      <dgm:spPr/>
      <dgm:t>
        <a:bodyPr/>
        <a:lstStyle/>
        <a:p>
          <a:endParaRPr lang="en-US"/>
        </a:p>
      </dgm:t>
    </dgm:pt>
    <dgm:pt modelId="{FB993C71-CFB1-4FF1-9753-C5E73EDDE0B0}" type="sibTrans" cxnId="{4744D32C-D7A1-4089-A41F-692A1412931D}">
      <dgm:prSet/>
      <dgm:spPr/>
      <dgm:t>
        <a:bodyPr/>
        <a:lstStyle/>
        <a:p>
          <a:endParaRPr lang="en-US"/>
        </a:p>
      </dgm:t>
    </dgm:pt>
    <dgm:pt modelId="{D22653F7-AC99-4AC7-8458-7753B209D53C}" type="pres">
      <dgm:prSet presAssocID="{5DB207D7-3007-491F-86A8-BC9CE7D8FC19}" presName="root" presStyleCnt="0">
        <dgm:presLayoutVars>
          <dgm:dir/>
          <dgm:resizeHandles val="exact"/>
        </dgm:presLayoutVars>
      </dgm:prSet>
      <dgm:spPr/>
    </dgm:pt>
    <dgm:pt modelId="{CF07EF85-D329-4D3C-BE94-17C7A6161F0F}" type="pres">
      <dgm:prSet presAssocID="{35A2AB75-D9D8-42BC-B789-801042C062CF}" presName="compNode" presStyleCnt="0"/>
      <dgm:spPr/>
    </dgm:pt>
    <dgm:pt modelId="{E439E5B2-B816-401D-A501-89F6CA19F65D}" type="pres">
      <dgm:prSet presAssocID="{35A2AB75-D9D8-42BC-B789-801042C062CF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2C9C8EC-8241-46C8-945A-C4012CEEC770}" type="pres">
      <dgm:prSet presAssocID="{35A2AB75-D9D8-42BC-B789-801042C062CF}" presName="spaceRect" presStyleCnt="0"/>
      <dgm:spPr/>
    </dgm:pt>
    <dgm:pt modelId="{E7B0724E-DF80-4E3B-8E73-AABED0EB82BA}" type="pres">
      <dgm:prSet presAssocID="{35A2AB75-D9D8-42BC-B789-801042C062CF}" presName="textRect" presStyleLbl="revTx" presStyleIdx="0" presStyleCnt="8">
        <dgm:presLayoutVars>
          <dgm:chMax val="1"/>
          <dgm:chPref val="1"/>
        </dgm:presLayoutVars>
      </dgm:prSet>
      <dgm:spPr/>
    </dgm:pt>
    <dgm:pt modelId="{C55952CF-E2C5-4C8C-A6D6-9187F06CDAAF}" type="pres">
      <dgm:prSet presAssocID="{452F35E0-64EF-4FDD-9A4D-BF8E35ED7AD3}" presName="sibTrans" presStyleCnt="0"/>
      <dgm:spPr/>
    </dgm:pt>
    <dgm:pt modelId="{42A62327-4060-4E5F-B93F-669DE41A3C98}" type="pres">
      <dgm:prSet presAssocID="{8DCFB1DF-A704-4B7B-9666-D7172731CEA3}" presName="compNode" presStyleCnt="0"/>
      <dgm:spPr/>
    </dgm:pt>
    <dgm:pt modelId="{2696CDE9-58B8-4DCA-AF14-EE444BF1272C}" type="pres">
      <dgm:prSet presAssocID="{8DCFB1DF-A704-4B7B-9666-D7172731CEA3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FC6C04D2-9EE5-4E63-8419-8E2CF6DCA33B}" type="pres">
      <dgm:prSet presAssocID="{8DCFB1DF-A704-4B7B-9666-D7172731CEA3}" presName="spaceRect" presStyleCnt="0"/>
      <dgm:spPr/>
    </dgm:pt>
    <dgm:pt modelId="{510ED07D-6639-4D60-9B58-37661851DC08}" type="pres">
      <dgm:prSet presAssocID="{8DCFB1DF-A704-4B7B-9666-D7172731CEA3}" presName="textRect" presStyleLbl="revTx" presStyleIdx="1" presStyleCnt="8">
        <dgm:presLayoutVars>
          <dgm:chMax val="1"/>
          <dgm:chPref val="1"/>
        </dgm:presLayoutVars>
      </dgm:prSet>
      <dgm:spPr/>
    </dgm:pt>
    <dgm:pt modelId="{0565CD57-DD6F-4014-82B1-DEFDCDF57B4C}" type="pres">
      <dgm:prSet presAssocID="{65B71388-BB25-43A9-80E2-863F2CBB3769}" presName="sibTrans" presStyleCnt="0"/>
      <dgm:spPr/>
    </dgm:pt>
    <dgm:pt modelId="{5E1F2364-B022-48E9-AEA9-0D94E2945CAD}" type="pres">
      <dgm:prSet presAssocID="{338463ED-649C-48DF-9DCA-125BC6891E35}" presName="compNode" presStyleCnt="0"/>
      <dgm:spPr/>
    </dgm:pt>
    <dgm:pt modelId="{D4275D0B-20C1-4493-87F1-F1A3B8131F3D}" type="pres">
      <dgm:prSet presAssocID="{338463ED-649C-48DF-9DCA-125BC6891E35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5BC3AE58-92A1-410F-BF91-EEEAEF000807}" type="pres">
      <dgm:prSet presAssocID="{338463ED-649C-48DF-9DCA-125BC6891E35}" presName="spaceRect" presStyleCnt="0"/>
      <dgm:spPr/>
    </dgm:pt>
    <dgm:pt modelId="{8C3246AD-F30F-44DE-B3B5-A3DA24348775}" type="pres">
      <dgm:prSet presAssocID="{338463ED-649C-48DF-9DCA-125BC6891E35}" presName="textRect" presStyleLbl="revTx" presStyleIdx="2" presStyleCnt="8">
        <dgm:presLayoutVars>
          <dgm:chMax val="1"/>
          <dgm:chPref val="1"/>
        </dgm:presLayoutVars>
      </dgm:prSet>
      <dgm:spPr/>
    </dgm:pt>
    <dgm:pt modelId="{88E15D3A-7322-4E88-9C16-2A6F4421FFF6}" type="pres">
      <dgm:prSet presAssocID="{CC78DB06-A734-4F67-92CB-8128B3916223}" presName="sibTrans" presStyleCnt="0"/>
      <dgm:spPr/>
    </dgm:pt>
    <dgm:pt modelId="{6C0C7C1B-C84D-4C9A-BEE0-1F96D22A326E}" type="pres">
      <dgm:prSet presAssocID="{D14E102D-FA95-4C8A-BDCD-494AE7902586}" presName="compNode" presStyleCnt="0"/>
      <dgm:spPr/>
    </dgm:pt>
    <dgm:pt modelId="{7EEE101A-B648-47A9-9F95-FC30C4B9199A}" type="pres">
      <dgm:prSet presAssocID="{D14E102D-FA95-4C8A-BDCD-494AE7902586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7F4E625-2D07-483C-9192-CEFBB6F71F10}" type="pres">
      <dgm:prSet presAssocID="{D14E102D-FA95-4C8A-BDCD-494AE7902586}" presName="spaceRect" presStyleCnt="0"/>
      <dgm:spPr/>
    </dgm:pt>
    <dgm:pt modelId="{1AC68AAF-1895-4C5F-8A88-D3EDE6F04746}" type="pres">
      <dgm:prSet presAssocID="{D14E102D-FA95-4C8A-BDCD-494AE7902586}" presName="textRect" presStyleLbl="revTx" presStyleIdx="3" presStyleCnt="8">
        <dgm:presLayoutVars>
          <dgm:chMax val="1"/>
          <dgm:chPref val="1"/>
        </dgm:presLayoutVars>
      </dgm:prSet>
      <dgm:spPr/>
    </dgm:pt>
    <dgm:pt modelId="{05C3E55D-9EEE-4DB6-AB60-854B34456C79}" type="pres">
      <dgm:prSet presAssocID="{AA5EC164-7371-4A3E-9BD9-16F6730FFE34}" presName="sibTrans" presStyleCnt="0"/>
      <dgm:spPr/>
    </dgm:pt>
    <dgm:pt modelId="{6AD7D426-C796-4CCB-AA06-347AFDE67625}" type="pres">
      <dgm:prSet presAssocID="{4C7AF86C-0B47-4E84-A6A4-4DA8A86EE316}" presName="compNode" presStyleCnt="0"/>
      <dgm:spPr/>
    </dgm:pt>
    <dgm:pt modelId="{B9D38A86-5146-48AB-83AA-E53A87B85E26}" type="pres">
      <dgm:prSet presAssocID="{4C7AF86C-0B47-4E84-A6A4-4DA8A86EE316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dding Rings"/>
        </a:ext>
      </dgm:extLst>
    </dgm:pt>
    <dgm:pt modelId="{45A6E9E9-A5DC-48B3-8A24-DA0B207C28FA}" type="pres">
      <dgm:prSet presAssocID="{4C7AF86C-0B47-4E84-A6A4-4DA8A86EE316}" presName="spaceRect" presStyleCnt="0"/>
      <dgm:spPr/>
    </dgm:pt>
    <dgm:pt modelId="{3E4DC907-7105-4568-B6ED-58DFA5F054FF}" type="pres">
      <dgm:prSet presAssocID="{4C7AF86C-0B47-4E84-A6A4-4DA8A86EE316}" presName="textRect" presStyleLbl="revTx" presStyleIdx="4" presStyleCnt="8">
        <dgm:presLayoutVars>
          <dgm:chMax val="1"/>
          <dgm:chPref val="1"/>
        </dgm:presLayoutVars>
      </dgm:prSet>
      <dgm:spPr/>
    </dgm:pt>
    <dgm:pt modelId="{96175BB9-A013-4A74-9D9A-230F072B4A64}" type="pres">
      <dgm:prSet presAssocID="{14E02442-379C-44F1-9DAC-BED862BE44ED}" presName="sibTrans" presStyleCnt="0"/>
      <dgm:spPr/>
    </dgm:pt>
    <dgm:pt modelId="{4ECEC961-6D0B-409E-A0E0-666822AA9465}" type="pres">
      <dgm:prSet presAssocID="{BE789E62-6C44-4545-9ADB-9FAD54178CE1}" presName="compNode" presStyleCnt="0"/>
      <dgm:spPr/>
    </dgm:pt>
    <dgm:pt modelId="{1EB54D4E-F5D8-4FE4-AB75-AA10E87BC0F0}" type="pres">
      <dgm:prSet presAssocID="{BE789E62-6C44-4545-9ADB-9FAD54178CE1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rch"/>
        </a:ext>
      </dgm:extLst>
    </dgm:pt>
    <dgm:pt modelId="{2F9815A1-8B07-499B-8A40-C1E3DDE3B096}" type="pres">
      <dgm:prSet presAssocID="{BE789E62-6C44-4545-9ADB-9FAD54178CE1}" presName="spaceRect" presStyleCnt="0"/>
      <dgm:spPr/>
    </dgm:pt>
    <dgm:pt modelId="{E3F21AB3-FBDE-4E97-86D1-6661870A3051}" type="pres">
      <dgm:prSet presAssocID="{BE789E62-6C44-4545-9ADB-9FAD54178CE1}" presName="textRect" presStyleLbl="revTx" presStyleIdx="5" presStyleCnt="8">
        <dgm:presLayoutVars>
          <dgm:chMax val="1"/>
          <dgm:chPref val="1"/>
        </dgm:presLayoutVars>
      </dgm:prSet>
      <dgm:spPr/>
    </dgm:pt>
    <dgm:pt modelId="{5628746A-F021-4237-B801-83AA22CE4AAC}" type="pres">
      <dgm:prSet presAssocID="{D00AE635-E8C1-4BB0-A7CE-35D19F0EE9CB}" presName="sibTrans" presStyleCnt="0"/>
      <dgm:spPr/>
    </dgm:pt>
    <dgm:pt modelId="{701EEE8D-82B2-48B7-A019-03B9BAFBDB06}" type="pres">
      <dgm:prSet presAssocID="{EA97EA4C-1E4D-4BD9-93EE-B9C11B8EA4E9}" presName="compNode" presStyleCnt="0"/>
      <dgm:spPr/>
    </dgm:pt>
    <dgm:pt modelId="{DE266061-68E7-4308-9376-8D544084E529}" type="pres">
      <dgm:prSet presAssocID="{EA97EA4C-1E4D-4BD9-93EE-B9C11B8EA4E9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1703FA79-80E9-4823-B0B6-6ED73EC0FA88}" type="pres">
      <dgm:prSet presAssocID="{EA97EA4C-1E4D-4BD9-93EE-B9C11B8EA4E9}" presName="spaceRect" presStyleCnt="0"/>
      <dgm:spPr/>
    </dgm:pt>
    <dgm:pt modelId="{5F9971E4-0579-4700-8723-CF056CA7BB89}" type="pres">
      <dgm:prSet presAssocID="{EA97EA4C-1E4D-4BD9-93EE-B9C11B8EA4E9}" presName="textRect" presStyleLbl="revTx" presStyleIdx="6" presStyleCnt="8">
        <dgm:presLayoutVars>
          <dgm:chMax val="1"/>
          <dgm:chPref val="1"/>
        </dgm:presLayoutVars>
      </dgm:prSet>
      <dgm:spPr/>
    </dgm:pt>
    <dgm:pt modelId="{783DC3E9-BA86-42BE-9009-97FA8E13D47D}" type="pres">
      <dgm:prSet presAssocID="{DF8FBE38-3B75-4676-9400-01C09B3A03C8}" presName="sibTrans" presStyleCnt="0"/>
      <dgm:spPr/>
    </dgm:pt>
    <dgm:pt modelId="{E6EF3DBC-9DE9-43B4-9F2C-7E17E71F8C7E}" type="pres">
      <dgm:prSet presAssocID="{704A3D10-7745-4F7B-ACD0-25DDB63CC6D6}" presName="compNode" presStyleCnt="0"/>
      <dgm:spPr/>
    </dgm:pt>
    <dgm:pt modelId="{BA5A153E-C74C-4F91-8648-9078BF09C175}" type="pres">
      <dgm:prSet presAssocID="{704A3D10-7745-4F7B-ACD0-25DDB63CC6D6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ize"/>
        </a:ext>
      </dgm:extLst>
    </dgm:pt>
    <dgm:pt modelId="{16851538-1AE5-49D3-AACC-F64619C451AC}" type="pres">
      <dgm:prSet presAssocID="{704A3D10-7745-4F7B-ACD0-25DDB63CC6D6}" presName="spaceRect" presStyleCnt="0"/>
      <dgm:spPr/>
    </dgm:pt>
    <dgm:pt modelId="{C2C08B70-3060-4BCA-8F05-13D57C5C2271}" type="pres">
      <dgm:prSet presAssocID="{704A3D10-7745-4F7B-ACD0-25DDB63CC6D6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180F6C00-B719-4006-94D8-A34A932DB356}" type="presOf" srcId="{5DB207D7-3007-491F-86A8-BC9CE7D8FC19}" destId="{D22653F7-AC99-4AC7-8458-7753B209D53C}" srcOrd="0" destOrd="0" presId="urn:microsoft.com/office/officeart/2018/2/layout/IconLabelList"/>
    <dgm:cxn modelId="{7DF1B003-79A1-4F9A-B917-870539D5DFBF}" type="presOf" srcId="{338463ED-649C-48DF-9DCA-125BC6891E35}" destId="{8C3246AD-F30F-44DE-B3B5-A3DA24348775}" srcOrd="0" destOrd="0" presId="urn:microsoft.com/office/officeart/2018/2/layout/IconLabelList"/>
    <dgm:cxn modelId="{5C5B6F0D-3611-4344-9EEF-F0C2167F8775}" type="presOf" srcId="{704A3D10-7745-4F7B-ACD0-25DDB63CC6D6}" destId="{C2C08B70-3060-4BCA-8F05-13D57C5C2271}" srcOrd="0" destOrd="0" presId="urn:microsoft.com/office/officeart/2018/2/layout/IconLabelList"/>
    <dgm:cxn modelId="{1E9F4117-3B7A-44A6-9FA5-22097F6CBFD1}" srcId="{5DB207D7-3007-491F-86A8-BC9CE7D8FC19}" destId="{8DCFB1DF-A704-4B7B-9666-D7172731CEA3}" srcOrd="1" destOrd="0" parTransId="{E6FFC822-7EC8-4723-9A74-3335EBA8374A}" sibTransId="{65B71388-BB25-43A9-80E2-863F2CBB3769}"/>
    <dgm:cxn modelId="{EDE0EE1B-21A8-451D-A242-D8EA33BACC08}" srcId="{5DB207D7-3007-491F-86A8-BC9CE7D8FC19}" destId="{EA97EA4C-1E4D-4BD9-93EE-B9C11B8EA4E9}" srcOrd="6" destOrd="0" parTransId="{C116C57A-2D51-4DCE-9A59-013DECA9B391}" sibTransId="{DF8FBE38-3B75-4676-9400-01C09B3A03C8}"/>
    <dgm:cxn modelId="{4744D32C-D7A1-4089-A41F-692A1412931D}" srcId="{5DB207D7-3007-491F-86A8-BC9CE7D8FC19}" destId="{704A3D10-7745-4F7B-ACD0-25DDB63CC6D6}" srcOrd="7" destOrd="0" parTransId="{C2AD73AE-07E7-40ED-9012-859FEDF31EAB}" sibTransId="{FB993C71-CFB1-4FF1-9753-C5E73EDDE0B0}"/>
    <dgm:cxn modelId="{16D3745B-6856-4700-807D-9AB072528DAB}" srcId="{5DB207D7-3007-491F-86A8-BC9CE7D8FC19}" destId="{D14E102D-FA95-4C8A-BDCD-494AE7902586}" srcOrd="3" destOrd="0" parTransId="{0F8265DC-C115-4B13-BAD8-4DE5D33BCB69}" sibTransId="{AA5EC164-7371-4A3E-9BD9-16F6730FFE34}"/>
    <dgm:cxn modelId="{400CA84C-9728-4761-B5EB-28EA2B12D674}" type="presOf" srcId="{BE789E62-6C44-4545-9ADB-9FAD54178CE1}" destId="{E3F21AB3-FBDE-4E97-86D1-6661870A3051}" srcOrd="0" destOrd="0" presId="urn:microsoft.com/office/officeart/2018/2/layout/IconLabelList"/>
    <dgm:cxn modelId="{F7F6D752-69DD-443E-8F70-53D556FCEFDF}" type="presOf" srcId="{EA97EA4C-1E4D-4BD9-93EE-B9C11B8EA4E9}" destId="{5F9971E4-0579-4700-8723-CF056CA7BB89}" srcOrd="0" destOrd="0" presId="urn:microsoft.com/office/officeart/2018/2/layout/IconLabelList"/>
    <dgm:cxn modelId="{C22BF373-A75D-4985-8610-30FC86011629}" type="presOf" srcId="{8DCFB1DF-A704-4B7B-9666-D7172731CEA3}" destId="{510ED07D-6639-4D60-9B58-37661851DC08}" srcOrd="0" destOrd="0" presId="urn:microsoft.com/office/officeart/2018/2/layout/IconLabelList"/>
    <dgm:cxn modelId="{60B69193-07AE-441D-A4BF-A9C82E84D1A4}" srcId="{5DB207D7-3007-491F-86A8-BC9CE7D8FC19}" destId="{35A2AB75-D9D8-42BC-B789-801042C062CF}" srcOrd="0" destOrd="0" parTransId="{0C91C978-441D-42B5-823C-E68E06B8C21E}" sibTransId="{452F35E0-64EF-4FDD-9A4D-BF8E35ED7AD3}"/>
    <dgm:cxn modelId="{92A632C2-A6A2-474F-9355-0AB514E1B69E}" type="presOf" srcId="{4C7AF86C-0B47-4E84-A6A4-4DA8A86EE316}" destId="{3E4DC907-7105-4568-B6ED-58DFA5F054FF}" srcOrd="0" destOrd="0" presId="urn:microsoft.com/office/officeart/2018/2/layout/IconLabelList"/>
    <dgm:cxn modelId="{98E599C2-1EB0-4AA5-A940-07C13A307AD8}" srcId="{5DB207D7-3007-491F-86A8-BC9CE7D8FC19}" destId="{338463ED-649C-48DF-9DCA-125BC6891E35}" srcOrd="2" destOrd="0" parTransId="{F241CF04-70B0-444C-9323-18DBD35C0B53}" sibTransId="{CC78DB06-A734-4F67-92CB-8128B3916223}"/>
    <dgm:cxn modelId="{7920F1CD-1A44-41F0-B444-A8CF6898EAD8}" srcId="{5DB207D7-3007-491F-86A8-BC9CE7D8FC19}" destId="{4C7AF86C-0B47-4E84-A6A4-4DA8A86EE316}" srcOrd="4" destOrd="0" parTransId="{2F5233D5-4C12-42E9-A4E0-6A2339B13FE6}" sibTransId="{14E02442-379C-44F1-9DAC-BED862BE44ED}"/>
    <dgm:cxn modelId="{BC8C54E1-85F5-40FC-9CF1-660AA60057DF}" type="presOf" srcId="{35A2AB75-D9D8-42BC-B789-801042C062CF}" destId="{E7B0724E-DF80-4E3B-8E73-AABED0EB82BA}" srcOrd="0" destOrd="0" presId="urn:microsoft.com/office/officeart/2018/2/layout/IconLabelList"/>
    <dgm:cxn modelId="{F5B5EBE8-D390-42A3-901C-31B058B4D448}" type="presOf" srcId="{D14E102D-FA95-4C8A-BDCD-494AE7902586}" destId="{1AC68AAF-1895-4C5F-8A88-D3EDE6F04746}" srcOrd="0" destOrd="0" presId="urn:microsoft.com/office/officeart/2018/2/layout/IconLabelList"/>
    <dgm:cxn modelId="{183831F9-9D51-47BA-8CD7-A0BDBA9A102A}" srcId="{5DB207D7-3007-491F-86A8-BC9CE7D8FC19}" destId="{BE789E62-6C44-4545-9ADB-9FAD54178CE1}" srcOrd="5" destOrd="0" parTransId="{E4C9C12E-FDF9-4586-8656-D8ED3FBCD377}" sibTransId="{D00AE635-E8C1-4BB0-A7CE-35D19F0EE9CB}"/>
    <dgm:cxn modelId="{D224A88F-5395-4DB3-918D-F9E20FDF1D65}" type="presParOf" srcId="{D22653F7-AC99-4AC7-8458-7753B209D53C}" destId="{CF07EF85-D329-4D3C-BE94-17C7A6161F0F}" srcOrd="0" destOrd="0" presId="urn:microsoft.com/office/officeart/2018/2/layout/IconLabelList"/>
    <dgm:cxn modelId="{0D239CCA-5FC8-46DE-BB51-32AD167EF861}" type="presParOf" srcId="{CF07EF85-D329-4D3C-BE94-17C7A6161F0F}" destId="{E439E5B2-B816-401D-A501-89F6CA19F65D}" srcOrd="0" destOrd="0" presId="urn:microsoft.com/office/officeart/2018/2/layout/IconLabelList"/>
    <dgm:cxn modelId="{9D1DC669-DF99-4F7D-A062-A93EBE6B6D91}" type="presParOf" srcId="{CF07EF85-D329-4D3C-BE94-17C7A6161F0F}" destId="{72C9C8EC-8241-46C8-945A-C4012CEEC770}" srcOrd="1" destOrd="0" presId="urn:microsoft.com/office/officeart/2018/2/layout/IconLabelList"/>
    <dgm:cxn modelId="{EA300CDD-2E3A-4F11-8569-58A5807719CE}" type="presParOf" srcId="{CF07EF85-D329-4D3C-BE94-17C7A6161F0F}" destId="{E7B0724E-DF80-4E3B-8E73-AABED0EB82BA}" srcOrd="2" destOrd="0" presId="urn:microsoft.com/office/officeart/2018/2/layout/IconLabelList"/>
    <dgm:cxn modelId="{4B6A2AE1-E7D4-499E-ADB8-2733CC3144F2}" type="presParOf" srcId="{D22653F7-AC99-4AC7-8458-7753B209D53C}" destId="{C55952CF-E2C5-4C8C-A6D6-9187F06CDAAF}" srcOrd="1" destOrd="0" presId="urn:microsoft.com/office/officeart/2018/2/layout/IconLabelList"/>
    <dgm:cxn modelId="{788C85CA-90B0-4973-BA21-C83BE30F7EA0}" type="presParOf" srcId="{D22653F7-AC99-4AC7-8458-7753B209D53C}" destId="{42A62327-4060-4E5F-B93F-669DE41A3C98}" srcOrd="2" destOrd="0" presId="urn:microsoft.com/office/officeart/2018/2/layout/IconLabelList"/>
    <dgm:cxn modelId="{6AD7D8F4-E839-4FF9-9675-8D4B2C162471}" type="presParOf" srcId="{42A62327-4060-4E5F-B93F-669DE41A3C98}" destId="{2696CDE9-58B8-4DCA-AF14-EE444BF1272C}" srcOrd="0" destOrd="0" presId="urn:microsoft.com/office/officeart/2018/2/layout/IconLabelList"/>
    <dgm:cxn modelId="{54BAE432-623E-462B-B3F2-0794A99BAF7A}" type="presParOf" srcId="{42A62327-4060-4E5F-B93F-669DE41A3C98}" destId="{FC6C04D2-9EE5-4E63-8419-8E2CF6DCA33B}" srcOrd="1" destOrd="0" presId="urn:microsoft.com/office/officeart/2018/2/layout/IconLabelList"/>
    <dgm:cxn modelId="{D4D7E732-CAD8-457E-8F3A-F7DB356565B1}" type="presParOf" srcId="{42A62327-4060-4E5F-B93F-669DE41A3C98}" destId="{510ED07D-6639-4D60-9B58-37661851DC08}" srcOrd="2" destOrd="0" presId="urn:microsoft.com/office/officeart/2018/2/layout/IconLabelList"/>
    <dgm:cxn modelId="{BAA6E88E-5569-4EB7-B579-81BFDDDEF600}" type="presParOf" srcId="{D22653F7-AC99-4AC7-8458-7753B209D53C}" destId="{0565CD57-DD6F-4014-82B1-DEFDCDF57B4C}" srcOrd="3" destOrd="0" presId="urn:microsoft.com/office/officeart/2018/2/layout/IconLabelList"/>
    <dgm:cxn modelId="{3244E89E-1FA9-439B-BF6B-483F4F4ED255}" type="presParOf" srcId="{D22653F7-AC99-4AC7-8458-7753B209D53C}" destId="{5E1F2364-B022-48E9-AEA9-0D94E2945CAD}" srcOrd="4" destOrd="0" presId="urn:microsoft.com/office/officeart/2018/2/layout/IconLabelList"/>
    <dgm:cxn modelId="{44AF8C2E-2128-4BEB-BEE7-123936DC1F81}" type="presParOf" srcId="{5E1F2364-B022-48E9-AEA9-0D94E2945CAD}" destId="{D4275D0B-20C1-4493-87F1-F1A3B8131F3D}" srcOrd="0" destOrd="0" presId="urn:microsoft.com/office/officeart/2018/2/layout/IconLabelList"/>
    <dgm:cxn modelId="{03C32310-A9D0-4E97-9FF4-175FA0CFC328}" type="presParOf" srcId="{5E1F2364-B022-48E9-AEA9-0D94E2945CAD}" destId="{5BC3AE58-92A1-410F-BF91-EEEAEF000807}" srcOrd="1" destOrd="0" presId="urn:microsoft.com/office/officeart/2018/2/layout/IconLabelList"/>
    <dgm:cxn modelId="{06140098-01D3-466F-B97A-3F0C500EF191}" type="presParOf" srcId="{5E1F2364-B022-48E9-AEA9-0D94E2945CAD}" destId="{8C3246AD-F30F-44DE-B3B5-A3DA24348775}" srcOrd="2" destOrd="0" presId="urn:microsoft.com/office/officeart/2018/2/layout/IconLabelList"/>
    <dgm:cxn modelId="{DA68A573-FDE3-4FD7-A3CE-8865620DC668}" type="presParOf" srcId="{D22653F7-AC99-4AC7-8458-7753B209D53C}" destId="{88E15D3A-7322-4E88-9C16-2A6F4421FFF6}" srcOrd="5" destOrd="0" presId="urn:microsoft.com/office/officeart/2018/2/layout/IconLabelList"/>
    <dgm:cxn modelId="{B8EAF7FF-30C1-4F1F-89A4-449544114E7E}" type="presParOf" srcId="{D22653F7-AC99-4AC7-8458-7753B209D53C}" destId="{6C0C7C1B-C84D-4C9A-BEE0-1F96D22A326E}" srcOrd="6" destOrd="0" presId="urn:microsoft.com/office/officeart/2018/2/layout/IconLabelList"/>
    <dgm:cxn modelId="{867F4ABD-C143-464D-97FB-C7E01DD1DAFC}" type="presParOf" srcId="{6C0C7C1B-C84D-4C9A-BEE0-1F96D22A326E}" destId="{7EEE101A-B648-47A9-9F95-FC30C4B9199A}" srcOrd="0" destOrd="0" presId="urn:microsoft.com/office/officeart/2018/2/layout/IconLabelList"/>
    <dgm:cxn modelId="{BA8CDBCD-6401-4D24-AA3D-0DD3D64B78FE}" type="presParOf" srcId="{6C0C7C1B-C84D-4C9A-BEE0-1F96D22A326E}" destId="{67F4E625-2D07-483C-9192-CEFBB6F71F10}" srcOrd="1" destOrd="0" presId="urn:microsoft.com/office/officeart/2018/2/layout/IconLabelList"/>
    <dgm:cxn modelId="{01FABABD-EBD2-4BA4-94B2-72FCC60A53C0}" type="presParOf" srcId="{6C0C7C1B-C84D-4C9A-BEE0-1F96D22A326E}" destId="{1AC68AAF-1895-4C5F-8A88-D3EDE6F04746}" srcOrd="2" destOrd="0" presId="urn:microsoft.com/office/officeart/2018/2/layout/IconLabelList"/>
    <dgm:cxn modelId="{E91825A0-F728-4856-A145-20285352C3CC}" type="presParOf" srcId="{D22653F7-AC99-4AC7-8458-7753B209D53C}" destId="{05C3E55D-9EEE-4DB6-AB60-854B34456C79}" srcOrd="7" destOrd="0" presId="urn:microsoft.com/office/officeart/2018/2/layout/IconLabelList"/>
    <dgm:cxn modelId="{FA15DA49-4BDD-4C5A-ACBE-0A4AFCDC237E}" type="presParOf" srcId="{D22653F7-AC99-4AC7-8458-7753B209D53C}" destId="{6AD7D426-C796-4CCB-AA06-347AFDE67625}" srcOrd="8" destOrd="0" presId="urn:microsoft.com/office/officeart/2018/2/layout/IconLabelList"/>
    <dgm:cxn modelId="{4ECACC6A-847E-4568-8D12-B2F0C8EB3080}" type="presParOf" srcId="{6AD7D426-C796-4CCB-AA06-347AFDE67625}" destId="{B9D38A86-5146-48AB-83AA-E53A87B85E26}" srcOrd="0" destOrd="0" presId="urn:microsoft.com/office/officeart/2018/2/layout/IconLabelList"/>
    <dgm:cxn modelId="{8CBEE2B8-81AB-457F-BDE6-D65EC46F75BF}" type="presParOf" srcId="{6AD7D426-C796-4CCB-AA06-347AFDE67625}" destId="{45A6E9E9-A5DC-48B3-8A24-DA0B207C28FA}" srcOrd="1" destOrd="0" presId="urn:microsoft.com/office/officeart/2018/2/layout/IconLabelList"/>
    <dgm:cxn modelId="{DEF3AACE-0C2B-4E9A-85E2-3E1B19C56A38}" type="presParOf" srcId="{6AD7D426-C796-4CCB-AA06-347AFDE67625}" destId="{3E4DC907-7105-4568-B6ED-58DFA5F054FF}" srcOrd="2" destOrd="0" presId="urn:microsoft.com/office/officeart/2018/2/layout/IconLabelList"/>
    <dgm:cxn modelId="{BE37B48D-E35D-4DD9-B6E3-7968B9C66FD8}" type="presParOf" srcId="{D22653F7-AC99-4AC7-8458-7753B209D53C}" destId="{96175BB9-A013-4A74-9D9A-230F072B4A64}" srcOrd="9" destOrd="0" presId="urn:microsoft.com/office/officeart/2018/2/layout/IconLabelList"/>
    <dgm:cxn modelId="{3B033A64-8AFA-4A62-9063-2827A4D805D0}" type="presParOf" srcId="{D22653F7-AC99-4AC7-8458-7753B209D53C}" destId="{4ECEC961-6D0B-409E-A0E0-666822AA9465}" srcOrd="10" destOrd="0" presId="urn:microsoft.com/office/officeart/2018/2/layout/IconLabelList"/>
    <dgm:cxn modelId="{635D57F8-81D9-43FC-B16F-91452E564C08}" type="presParOf" srcId="{4ECEC961-6D0B-409E-A0E0-666822AA9465}" destId="{1EB54D4E-F5D8-4FE4-AB75-AA10E87BC0F0}" srcOrd="0" destOrd="0" presId="urn:microsoft.com/office/officeart/2018/2/layout/IconLabelList"/>
    <dgm:cxn modelId="{24F9515C-BEFC-402B-BED4-7D04C7F851A5}" type="presParOf" srcId="{4ECEC961-6D0B-409E-A0E0-666822AA9465}" destId="{2F9815A1-8B07-499B-8A40-C1E3DDE3B096}" srcOrd="1" destOrd="0" presId="urn:microsoft.com/office/officeart/2018/2/layout/IconLabelList"/>
    <dgm:cxn modelId="{4A139A5B-1E7C-47D7-87BB-7C1D9493C5C4}" type="presParOf" srcId="{4ECEC961-6D0B-409E-A0E0-666822AA9465}" destId="{E3F21AB3-FBDE-4E97-86D1-6661870A3051}" srcOrd="2" destOrd="0" presId="urn:microsoft.com/office/officeart/2018/2/layout/IconLabelList"/>
    <dgm:cxn modelId="{57CC9BB5-F703-45CD-BA08-7C8D17558179}" type="presParOf" srcId="{D22653F7-AC99-4AC7-8458-7753B209D53C}" destId="{5628746A-F021-4237-B801-83AA22CE4AAC}" srcOrd="11" destOrd="0" presId="urn:microsoft.com/office/officeart/2018/2/layout/IconLabelList"/>
    <dgm:cxn modelId="{58909D3B-D02F-4DAF-B512-DFBE47A8DADC}" type="presParOf" srcId="{D22653F7-AC99-4AC7-8458-7753B209D53C}" destId="{701EEE8D-82B2-48B7-A019-03B9BAFBDB06}" srcOrd="12" destOrd="0" presId="urn:microsoft.com/office/officeart/2018/2/layout/IconLabelList"/>
    <dgm:cxn modelId="{0CC06358-B443-4A5B-8528-D5414042E76F}" type="presParOf" srcId="{701EEE8D-82B2-48B7-A019-03B9BAFBDB06}" destId="{DE266061-68E7-4308-9376-8D544084E529}" srcOrd="0" destOrd="0" presId="urn:microsoft.com/office/officeart/2018/2/layout/IconLabelList"/>
    <dgm:cxn modelId="{79F83610-C707-4B0B-8053-2BE0A0B52008}" type="presParOf" srcId="{701EEE8D-82B2-48B7-A019-03B9BAFBDB06}" destId="{1703FA79-80E9-4823-B0B6-6ED73EC0FA88}" srcOrd="1" destOrd="0" presId="urn:microsoft.com/office/officeart/2018/2/layout/IconLabelList"/>
    <dgm:cxn modelId="{BC9C26D3-E344-4A03-9B08-F2A4FA8FF4BA}" type="presParOf" srcId="{701EEE8D-82B2-48B7-A019-03B9BAFBDB06}" destId="{5F9971E4-0579-4700-8723-CF056CA7BB89}" srcOrd="2" destOrd="0" presId="urn:microsoft.com/office/officeart/2018/2/layout/IconLabelList"/>
    <dgm:cxn modelId="{F485C943-0D7B-4F3A-891F-04E1555A520F}" type="presParOf" srcId="{D22653F7-AC99-4AC7-8458-7753B209D53C}" destId="{783DC3E9-BA86-42BE-9009-97FA8E13D47D}" srcOrd="13" destOrd="0" presId="urn:microsoft.com/office/officeart/2018/2/layout/IconLabelList"/>
    <dgm:cxn modelId="{9B27399A-0763-46B3-A41D-8B2267C58DF2}" type="presParOf" srcId="{D22653F7-AC99-4AC7-8458-7753B209D53C}" destId="{E6EF3DBC-9DE9-43B4-9F2C-7E17E71F8C7E}" srcOrd="14" destOrd="0" presId="urn:microsoft.com/office/officeart/2018/2/layout/IconLabelList"/>
    <dgm:cxn modelId="{CEF2B23D-3DEB-4B60-A11D-EA910CF426BE}" type="presParOf" srcId="{E6EF3DBC-9DE9-43B4-9F2C-7E17E71F8C7E}" destId="{BA5A153E-C74C-4F91-8648-9078BF09C175}" srcOrd="0" destOrd="0" presId="urn:microsoft.com/office/officeart/2018/2/layout/IconLabelList"/>
    <dgm:cxn modelId="{F28D96AE-3A7F-4ADC-8B46-339657D39E3C}" type="presParOf" srcId="{E6EF3DBC-9DE9-43B4-9F2C-7E17E71F8C7E}" destId="{16851538-1AE5-49D3-AACC-F64619C451AC}" srcOrd="1" destOrd="0" presId="urn:microsoft.com/office/officeart/2018/2/layout/IconLabelList"/>
    <dgm:cxn modelId="{B7440E8C-5710-4768-9BB5-D333AEBA126A}" type="presParOf" srcId="{E6EF3DBC-9DE9-43B4-9F2C-7E17E71F8C7E}" destId="{C2C08B70-3060-4BCA-8F05-13D57C5C227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9E5B2-B816-401D-A501-89F6CA19F65D}">
      <dsp:nvSpPr>
        <dsp:cNvPr id="0" name=""/>
        <dsp:cNvSpPr/>
      </dsp:nvSpPr>
      <dsp:spPr>
        <a:xfrm>
          <a:off x="395230" y="313306"/>
          <a:ext cx="590097" cy="5900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0724E-DF80-4E3B-8E73-AABED0EB82BA}">
      <dsp:nvSpPr>
        <dsp:cNvPr id="0" name=""/>
        <dsp:cNvSpPr/>
      </dsp:nvSpPr>
      <dsp:spPr>
        <a:xfrm>
          <a:off x="34614" y="1120475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Dataset stored in folders:</a:t>
          </a:r>
        </a:p>
      </dsp:txBody>
      <dsp:txXfrm>
        <a:off x="34614" y="1120475"/>
        <a:ext cx="1311328" cy="524531"/>
      </dsp:txXfrm>
    </dsp:sp>
    <dsp:sp modelId="{2696CDE9-58B8-4DCA-AF14-EE444BF1272C}">
      <dsp:nvSpPr>
        <dsp:cNvPr id="0" name=""/>
        <dsp:cNvSpPr/>
      </dsp:nvSpPr>
      <dsp:spPr>
        <a:xfrm>
          <a:off x="1936040" y="313306"/>
          <a:ext cx="590097" cy="5900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ED07D-6639-4D60-9B58-37661851DC08}">
      <dsp:nvSpPr>
        <dsp:cNvPr id="0" name=""/>
        <dsp:cNvSpPr/>
      </dsp:nvSpPr>
      <dsp:spPr>
        <a:xfrm>
          <a:off x="1575425" y="1120475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Images</a:t>
          </a:r>
        </a:p>
      </dsp:txBody>
      <dsp:txXfrm>
        <a:off x="1575425" y="1120475"/>
        <a:ext cx="1311328" cy="524531"/>
      </dsp:txXfrm>
    </dsp:sp>
    <dsp:sp modelId="{D4275D0B-20C1-4493-87F1-F1A3B8131F3D}">
      <dsp:nvSpPr>
        <dsp:cNvPr id="0" name=""/>
        <dsp:cNvSpPr/>
      </dsp:nvSpPr>
      <dsp:spPr>
        <a:xfrm>
          <a:off x="3476851" y="313306"/>
          <a:ext cx="590097" cy="5900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3246AD-F30F-44DE-B3B5-A3DA24348775}">
      <dsp:nvSpPr>
        <dsp:cNvPr id="0" name=""/>
        <dsp:cNvSpPr/>
      </dsp:nvSpPr>
      <dsp:spPr>
        <a:xfrm>
          <a:off x="3116235" y="1120475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Cropped skin regions</a:t>
          </a:r>
        </a:p>
      </dsp:txBody>
      <dsp:txXfrm>
        <a:off x="3116235" y="1120475"/>
        <a:ext cx="1311328" cy="524531"/>
      </dsp:txXfrm>
    </dsp:sp>
    <dsp:sp modelId="{7EEE101A-B648-47A9-9F95-FC30C4B9199A}">
      <dsp:nvSpPr>
        <dsp:cNvPr id="0" name=""/>
        <dsp:cNvSpPr/>
      </dsp:nvSpPr>
      <dsp:spPr>
        <a:xfrm>
          <a:off x="5017661" y="313306"/>
          <a:ext cx="590097" cy="5900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C68AAF-1895-4C5F-8A88-D3EDE6F04746}">
      <dsp:nvSpPr>
        <dsp:cNvPr id="0" name=""/>
        <dsp:cNvSpPr/>
      </dsp:nvSpPr>
      <dsp:spPr>
        <a:xfrm>
          <a:off x="4657046" y="1120475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Contains:</a:t>
          </a:r>
        </a:p>
      </dsp:txBody>
      <dsp:txXfrm>
        <a:off x="4657046" y="1120475"/>
        <a:ext cx="1311328" cy="524531"/>
      </dsp:txXfrm>
    </dsp:sp>
    <dsp:sp modelId="{B9D38A86-5146-48AB-83AA-E53A87B85E26}">
      <dsp:nvSpPr>
        <dsp:cNvPr id="0" name=""/>
        <dsp:cNvSpPr/>
      </dsp:nvSpPr>
      <dsp:spPr>
        <a:xfrm>
          <a:off x="6558472" y="313306"/>
          <a:ext cx="590097" cy="59009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DC907-7105-4568-B6ED-58DFA5F054FF}">
      <dsp:nvSpPr>
        <dsp:cNvPr id="0" name=""/>
        <dsp:cNvSpPr/>
      </dsp:nvSpPr>
      <dsp:spPr>
        <a:xfrm>
          <a:off x="6197857" y="1120475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Different skin tones</a:t>
          </a:r>
        </a:p>
      </dsp:txBody>
      <dsp:txXfrm>
        <a:off x="6197857" y="1120475"/>
        <a:ext cx="1311328" cy="524531"/>
      </dsp:txXfrm>
    </dsp:sp>
    <dsp:sp modelId="{1EB54D4E-F5D8-4FE4-AB75-AA10E87BC0F0}">
      <dsp:nvSpPr>
        <dsp:cNvPr id="0" name=""/>
        <dsp:cNvSpPr/>
      </dsp:nvSpPr>
      <dsp:spPr>
        <a:xfrm>
          <a:off x="1936040" y="1972838"/>
          <a:ext cx="590097" cy="59009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21AB3-FBDE-4E97-86D1-6661870A3051}">
      <dsp:nvSpPr>
        <dsp:cNvPr id="0" name=""/>
        <dsp:cNvSpPr/>
      </dsp:nvSpPr>
      <dsp:spPr>
        <a:xfrm>
          <a:off x="1575425" y="2780006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Various lighting conditions</a:t>
          </a:r>
        </a:p>
      </dsp:txBody>
      <dsp:txXfrm>
        <a:off x="1575425" y="2780006"/>
        <a:ext cx="1311328" cy="524531"/>
      </dsp:txXfrm>
    </dsp:sp>
    <dsp:sp modelId="{DE266061-68E7-4308-9376-8D544084E529}">
      <dsp:nvSpPr>
        <dsp:cNvPr id="0" name=""/>
        <dsp:cNvSpPr/>
      </dsp:nvSpPr>
      <dsp:spPr>
        <a:xfrm>
          <a:off x="3476851" y="1972838"/>
          <a:ext cx="590097" cy="59009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971E4-0579-4700-8723-CF056CA7BB89}">
      <dsp:nvSpPr>
        <dsp:cNvPr id="0" name=""/>
        <dsp:cNvSpPr/>
      </dsp:nvSpPr>
      <dsp:spPr>
        <a:xfrm>
          <a:off x="3116235" y="2780006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Multiple backgrounds</a:t>
          </a:r>
        </a:p>
      </dsp:txBody>
      <dsp:txXfrm>
        <a:off x="3116235" y="2780006"/>
        <a:ext cx="1311328" cy="524531"/>
      </dsp:txXfrm>
    </dsp:sp>
    <dsp:sp modelId="{BA5A153E-C74C-4F91-8648-9078BF09C175}">
      <dsp:nvSpPr>
        <dsp:cNvPr id="0" name=""/>
        <dsp:cNvSpPr/>
      </dsp:nvSpPr>
      <dsp:spPr>
        <a:xfrm>
          <a:off x="5017661" y="1972838"/>
          <a:ext cx="590097" cy="590097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C08B70-3060-4BCA-8F05-13D57C5C2271}">
      <dsp:nvSpPr>
        <dsp:cNvPr id="0" name=""/>
        <dsp:cNvSpPr/>
      </dsp:nvSpPr>
      <dsp:spPr>
        <a:xfrm>
          <a:off x="4657046" y="2780006"/>
          <a:ext cx="1311328" cy="52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Cropped images used for training</a:t>
          </a:r>
        </a:p>
      </dsp:txBody>
      <dsp:txXfrm>
        <a:off x="4657046" y="2780006"/>
        <a:ext cx="1311328" cy="5245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83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40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249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7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182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40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95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450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0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7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76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60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2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1.jpeg"/><Relationship Id="rId4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8" y="0"/>
            <a:ext cx="9141492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7581" y="484632"/>
            <a:ext cx="5047708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/>
              <a:t>SKIN COLOR DETECTION USING CHROMATICITY</a:t>
            </a:r>
          </a:p>
        </p:txBody>
      </p:sp>
      <p:pic>
        <p:nvPicPr>
          <p:cNvPr id="5" name="Picture 4" descr="A robot with human face">
            <a:extLst>
              <a:ext uri="{FF2B5EF4-FFF2-40B4-BE49-F238E27FC236}">
                <a16:creationId xmlns:a16="http://schemas.microsoft.com/office/drawing/2014/main" id="{5FA1AAA2-6D11-2407-6778-F805B3CE24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86" r="36093" b="-1"/>
          <a:stretch>
            <a:fillRect/>
          </a:stretch>
        </p:blipFill>
        <p:spPr>
          <a:xfrm>
            <a:off x="2508" y="10"/>
            <a:ext cx="3485044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7581" y="2121408"/>
            <a:ext cx="5047707" cy="4050792"/>
          </a:xfrm>
        </p:spPr>
        <p:txBody>
          <a:bodyPr>
            <a:normAutofit/>
          </a:bodyPr>
          <a:lstStyle/>
          <a:p>
            <a:r>
              <a:rPr lang="en-GB" sz="1600" b="1"/>
              <a:t>A Statistical Approach to Skin Detection using Chromaticity</a:t>
            </a:r>
          </a:p>
          <a:p>
            <a:endParaRPr lang="en-GB" sz="1600" b="1"/>
          </a:p>
          <a:p>
            <a:r>
              <a:rPr lang="en-GB" sz="1600" b="1"/>
              <a:t>Group Members:</a:t>
            </a:r>
          </a:p>
          <a:p>
            <a:pPr marL="0" indent="0">
              <a:buNone/>
            </a:pPr>
            <a:r>
              <a:rPr lang="en-GB" sz="1600"/>
              <a:t>KIC-HNDCSAI-252F-031  </a:t>
            </a:r>
          </a:p>
          <a:p>
            <a:pPr marL="0" indent="0">
              <a:buNone/>
            </a:pPr>
            <a:r>
              <a:rPr lang="en-GB" sz="1600"/>
              <a:t>KIC-HNDCSAI-252F-032  </a:t>
            </a:r>
          </a:p>
          <a:p>
            <a:pPr marL="0" indent="0">
              <a:buNone/>
            </a:pPr>
            <a:r>
              <a:rPr lang="en-GB" sz="1600"/>
              <a:t>KIC-HNDCSAI-252F-039  </a:t>
            </a:r>
          </a:p>
          <a:p>
            <a:pPr marL="0" indent="0">
              <a:buNone/>
            </a:pPr>
            <a:r>
              <a:rPr lang="en-GB" sz="1600"/>
              <a:t>KIC-HNDCSAI-252F-043 </a:t>
            </a:r>
          </a:p>
          <a:p>
            <a:endParaRPr lang="en-GB" sz="1600"/>
          </a:p>
          <a:p>
            <a:pPr marL="0" indent="0">
              <a:buNone/>
            </a:pPr>
            <a:endParaRPr lang="en-GB" sz="16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Skin detection is a key task in computer vision</a:t>
            </a:r>
          </a:p>
          <a:p>
            <a:pPr marL="0" indent="0">
              <a:buNone/>
            </a:pPr>
            <a:r>
              <a:rPr dirty="0"/>
              <a:t>• Used in:</a:t>
            </a:r>
          </a:p>
          <a:p>
            <a:pPr marL="0" indent="0">
              <a:buNone/>
            </a:pPr>
            <a:r>
              <a:rPr dirty="0"/>
              <a:t>  - Face detection</a:t>
            </a:r>
          </a:p>
          <a:p>
            <a:pPr marL="0" indent="0">
              <a:buNone/>
            </a:pPr>
            <a:r>
              <a:rPr dirty="0"/>
              <a:t>  - Human tracking</a:t>
            </a:r>
          </a:p>
          <a:p>
            <a:pPr marL="0" indent="0">
              <a:buNone/>
            </a:pPr>
            <a:r>
              <a:rPr dirty="0"/>
              <a:t>  - Gesture recognition</a:t>
            </a:r>
          </a:p>
          <a:p>
            <a:pPr marL="0" indent="0">
              <a:buNone/>
            </a:pPr>
            <a:r>
              <a:rPr dirty="0"/>
              <a:t>• Challenging due to:</a:t>
            </a:r>
          </a:p>
          <a:p>
            <a:pPr marL="0" indent="0">
              <a:buNone/>
            </a:pPr>
            <a:r>
              <a:rPr dirty="0"/>
              <a:t> - Different skin tones</a:t>
            </a:r>
          </a:p>
          <a:p>
            <a:pPr marL="0" indent="0">
              <a:buNone/>
            </a:pPr>
            <a:r>
              <a:rPr dirty="0"/>
              <a:t> - Lighting variations</a:t>
            </a:r>
          </a:p>
          <a:p>
            <a:pPr marL="0" indent="0">
              <a:buNone/>
            </a:pPr>
            <a:r>
              <a:rPr dirty="0"/>
              <a:t>• This project detects skin using color analysis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B6D5C-3E89-4DA5-B7BC-764970C44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804" y="4832447"/>
            <a:ext cx="1878818" cy="12525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44E902-94B2-4CD3-B386-0DE8B69F2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2639" y="3358663"/>
            <a:ext cx="2868176" cy="19497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82D666-F972-4330-B8CC-DC5FB2E205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804" y="2584043"/>
            <a:ext cx="1239393" cy="15492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en-GB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• Detect skin regions in images</a:t>
            </a:r>
          </a:p>
          <a:p>
            <a:pPr marL="0" indent="0">
              <a:buNone/>
            </a:pPr>
            <a:r>
              <a:rPr lang="en-GB" dirty="0"/>
              <a:t>• Use chromaticity </a:t>
            </a:r>
            <a:r>
              <a:rPr lang="en-GB" dirty="0" err="1"/>
              <a:t>color</a:t>
            </a:r>
            <a:r>
              <a:rPr lang="en-GB" dirty="0"/>
              <a:t> space</a:t>
            </a:r>
          </a:p>
          <a:p>
            <a:pPr marL="0" indent="0">
              <a:buNone/>
            </a:pPr>
            <a:r>
              <a:rPr lang="en-GB" dirty="0"/>
              <a:t>• Build a statistical skin model</a:t>
            </a:r>
          </a:p>
          <a:p>
            <a:pPr marL="0" indent="0">
              <a:buNone/>
            </a:pPr>
            <a:r>
              <a:rPr lang="en-GB" dirty="0"/>
              <a:t>• Classify pixels as:</a:t>
            </a:r>
          </a:p>
          <a:p>
            <a:pPr marL="0" indent="0">
              <a:buNone/>
            </a:pPr>
            <a:r>
              <a:rPr lang="en-GB" dirty="0"/>
              <a:t> - Skin</a:t>
            </a:r>
          </a:p>
          <a:p>
            <a:pPr marL="0" indent="0">
              <a:buNone/>
            </a:pPr>
            <a:r>
              <a:rPr lang="en-GB" dirty="0"/>
              <a:t> - Non-skin</a:t>
            </a:r>
          </a:p>
          <a:p>
            <a:pPr marL="0" indent="0">
              <a:buNone/>
            </a:pPr>
            <a:r>
              <a:rPr lang="en-GB" dirty="0"/>
              <a:t>• Visualize results clearly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Dataset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375643-4ECB-4D90-3BDE-234193F225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7108075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Sample Images &amp; Cropped Regions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Original images loaded from dataset</a:t>
            </a:r>
          </a:p>
          <a:p>
            <a:pPr marL="0" indent="0">
              <a:buNone/>
            </a:pPr>
            <a:r>
              <a:rPr dirty="0"/>
              <a:t>• Corresponding cropped skin regions displayed</a:t>
            </a:r>
          </a:p>
          <a:p>
            <a:pPr marL="0" indent="0">
              <a:buNone/>
            </a:pPr>
            <a:r>
              <a:rPr dirty="0"/>
              <a:t>• Cropped regions contain only skin pixels</a:t>
            </a:r>
          </a:p>
          <a:p>
            <a:pPr marL="0" indent="0">
              <a:buNone/>
            </a:pPr>
            <a:r>
              <a:rPr dirty="0"/>
              <a:t>• Used as ground truth for training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DA40C9-E406-25A9-7984-C08D5C9FC2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4153" y="163285"/>
            <a:ext cx="5055693" cy="633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51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Image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Images loaded using OpenCV</a:t>
            </a:r>
          </a:p>
          <a:p>
            <a:pPr marL="0" indent="0">
              <a:buNone/>
            </a:pPr>
            <a:r>
              <a:rPr dirty="0"/>
              <a:t>• Converted from BGR → RGB</a:t>
            </a:r>
          </a:p>
          <a:p>
            <a:pPr marL="0" indent="0">
              <a:buNone/>
            </a:pPr>
            <a:r>
              <a:rPr dirty="0"/>
              <a:t>• Displayed using matplotlib</a:t>
            </a:r>
          </a:p>
          <a:p>
            <a:pPr marL="0" indent="0">
              <a:buNone/>
            </a:pPr>
            <a:r>
              <a:rPr dirty="0"/>
              <a:t>• Multiple samples visualized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Skin Region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Skin regions manually cropped</a:t>
            </a:r>
          </a:p>
          <a:p>
            <a:pPr marL="0" indent="0">
              <a:buNone/>
            </a:pPr>
            <a:r>
              <a:rPr dirty="0"/>
              <a:t>• Extracted only skin pixels</a:t>
            </a:r>
          </a:p>
          <a:p>
            <a:pPr marL="0" indent="0">
              <a:buNone/>
            </a:pPr>
            <a:r>
              <a:rPr dirty="0"/>
              <a:t>• Ensures accurate training data</a:t>
            </a:r>
          </a:p>
          <a:p>
            <a:pPr marL="0" indent="0">
              <a:buNone/>
            </a:pPr>
            <a:r>
              <a:rPr dirty="0"/>
              <a:t>• Used to build statistical model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CA88C2-C73C-4062-A097-8FBCE309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981C21-E132-4402-B31B-D725C1CE7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203" y="653241"/>
            <a:ext cx="818159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685C77-4E84-486A-9AE5-F3635BE98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201" y="822324"/>
            <a:ext cx="3862197" cy="5228279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465790"/>
            <a:ext cx="2895599" cy="3941345"/>
          </a:xfrm>
        </p:spPr>
        <p:txBody>
          <a:bodyPr>
            <a:normAutofit/>
          </a:bodyPr>
          <a:lstStyle/>
          <a:p>
            <a:r>
              <a:rPr lang="en-GB" sz="4000"/>
              <a:t>Chromaticity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3299" y="1359090"/>
            <a:ext cx="3849499" cy="404804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• Convert RGB → chromaticity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x = R / (R + G + B)</a:t>
            </a:r>
          </a:p>
          <a:p>
            <a:pPr marL="0" indent="0">
              <a:buNone/>
            </a:pPr>
            <a:r>
              <a:rPr dirty="0"/>
              <a:t>y = G / (R + G + B)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Removes brightness effects</a:t>
            </a:r>
          </a:p>
          <a:p>
            <a:pPr marL="0" indent="0">
              <a:buNone/>
            </a:pPr>
            <a:r>
              <a:rPr dirty="0"/>
              <a:t>• Focuses only on color</a:t>
            </a:r>
          </a:p>
          <a:p>
            <a:pPr marL="0" indent="0">
              <a:buNone/>
            </a:pPr>
            <a:r>
              <a:rPr dirty="0"/>
              <a:t>• Reduces lighting impact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5C1C3E-5158-47F3-8FD9-14B22C3E6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203" y="6121662"/>
            <a:ext cx="818159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62E11DD-B54B-4751-9C17-39DAF9EF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10" y="484632"/>
            <a:ext cx="5057883" cy="1609344"/>
          </a:xfrm>
        </p:spPr>
        <p:txBody>
          <a:bodyPr>
            <a:normAutofit/>
          </a:bodyPr>
          <a:lstStyle/>
          <a:p>
            <a:r>
              <a:t>Chromaticity Conversion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709" y="2121408"/>
            <a:ext cx="5057884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/>
              <a:t>• Images converted into x and y channels</a:t>
            </a:r>
          </a:p>
          <a:p>
            <a:pPr marL="0" indent="0">
              <a:buNone/>
            </a:pPr>
            <a:r>
              <a:rPr lang="en-GB" sz="1600"/>
              <a:t>• Shows normalized color representation</a:t>
            </a:r>
          </a:p>
          <a:p>
            <a:pPr marL="0" indent="0">
              <a:buNone/>
            </a:pPr>
            <a:r>
              <a:rPr lang="en-GB" sz="1600"/>
              <a:t>• Skin regions appear consistent</a:t>
            </a:r>
          </a:p>
          <a:p>
            <a:pPr marL="0" indent="0">
              <a:buNone/>
            </a:pPr>
            <a:r>
              <a:rPr lang="en-GB" sz="1600"/>
              <a:t>• Helps separate skin from background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1E80A1-8DAC-E303-07FC-DDE2E61C23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656"/>
          <a:stretch>
            <a:fillRect/>
          </a:stretch>
        </p:blipFill>
        <p:spPr>
          <a:xfrm>
            <a:off x="4572001" y="10"/>
            <a:ext cx="4572000" cy="685799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B55DE4E1-F219-45A4-96D9-9A86D0E4D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601C3FF-4A5D-437C-B3DB-A53B99D30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1B1BDC9-B583-4F65-8FE9-E2CBE71D9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77232" y="0"/>
            <a:ext cx="3266767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262" y="484632"/>
            <a:ext cx="2658026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sz="2800" dirty="0"/>
              <a:t>Skin Pixel Distribution</a:t>
            </a:r>
          </a:p>
        </p:txBody>
      </p:sp>
      <p:pic>
        <p:nvPicPr>
          <p:cNvPr id="5" name="Picture 4" descr="A graph showing a red spot&#10;&#10;AI-generated content may be incorrect.">
            <a:extLst>
              <a:ext uri="{FF2B5EF4-FFF2-40B4-BE49-F238E27FC236}">
                <a16:creationId xmlns:a16="http://schemas.microsoft.com/office/drawing/2014/main" id="{D5DE6FD3-FEE0-E627-3A57-778CE6671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99" y="1414615"/>
            <a:ext cx="5161702" cy="403903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7263" y="2121408"/>
            <a:ext cx="2658025" cy="405079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Skin pixels plotted in chromaticity space (x, y)</a:t>
            </a:r>
            <a:endParaRPr lang="en-GB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Each point = one skin pixel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x-axis → Red proportion (R / (R+G+B))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Indicates similarity in skin </a:t>
            </a:r>
            <a:r>
              <a:rPr lang="en-GB" sz="1400" dirty="0" err="1"/>
              <a:t>color</a:t>
            </a:r>
            <a:endParaRPr lang="en-GB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Shows that skin colors are similar in normalized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Distribution is not random → follows a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Distribution is not random → follows a pattern</a:t>
            </a:r>
            <a:endParaRPr lang="en-GB" sz="1400" dirty="0"/>
          </a:p>
          <a:p>
            <a:pPr marL="0" indent="0">
              <a:buNone/>
            </a:pPr>
            <a:endParaRPr lang="en-GB" sz="1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Gaussian Probability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747" y="2542094"/>
            <a:ext cx="7543800" cy="3851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• Probability calculated using Gaussian formula</a:t>
            </a:r>
          </a:p>
          <a:p>
            <a:pPr marL="0" indent="0">
              <a:buNone/>
            </a:pPr>
            <a:r>
              <a:rPr sz="1600" dirty="0"/>
              <a:t>• Measures likelihood of a pixel being skin</a:t>
            </a:r>
          </a:p>
          <a:p>
            <a:pPr marL="0" indent="0">
              <a:buNone/>
            </a:pPr>
            <a:r>
              <a:rPr sz="1600" dirty="0"/>
              <a:t>• Uses:</a:t>
            </a:r>
          </a:p>
          <a:p>
            <a:pPr marL="0" indent="0">
              <a:buNone/>
            </a:pPr>
            <a:r>
              <a:rPr sz="1600" dirty="0"/>
              <a:t>  - Mean vector</a:t>
            </a:r>
          </a:p>
          <a:p>
            <a:pPr marL="0" indent="0">
              <a:buNone/>
            </a:pPr>
            <a:r>
              <a:rPr sz="1600" dirty="0"/>
              <a:t>  - Covariance matrix</a:t>
            </a:r>
          </a:p>
          <a:p>
            <a:pPr marL="0" indent="0">
              <a:buNone/>
            </a:pPr>
            <a:r>
              <a:rPr sz="1600" dirty="0"/>
              <a:t>  - Inverse covariance</a:t>
            </a:r>
          </a:p>
          <a:p>
            <a:pPr marL="0" indent="0">
              <a:buNone/>
            </a:pPr>
            <a:r>
              <a:rPr sz="1600" dirty="0"/>
              <a:t>  - Determinant</a:t>
            </a:r>
          </a:p>
          <a:p>
            <a:pPr marL="0" indent="0">
              <a:buNone/>
            </a:pPr>
            <a:r>
              <a:rPr sz="1600" dirty="0"/>
              <a:t>• Higher probability → more likely skin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Convert image to chromaticity</a:t>
            </a:r>
          </a:p>
          <a:p>
            <a:pPr marL="0" indent="0">
              <a:buNone/>
            </a:pPr>
            <a:r>
              <a:rPr lang="en-US" sz="1600" dirty="0"/>
              <a:t>• Compute probability for each pixel</a:t>
            </a:r>
          </a:p>
          <a:p>
            <a:pPr marL="0" indent="0">
              <a:buNone/>
            </a:pPr>
            <a:endParaRPr sz="1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C600EFC-850B-46CD-AC1F-B500200B88EC}"/>
              </a:ext>
            </a:extLst>
          </p:cNvPr>
          <p:cNvSpPr txBox="1">
            <a:spLocks/>
          </p:cNvSpPr>
          <p:nvPr/>
        </p:nvSpPr>
        <p:spPr>
          <a:xfrm>
            <a:off x="5164422" y="3535000"/>
            <a:ext cx="3475831" cy="3851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Apply threshold rule: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IF probability &gt; threshold → Skin</a:t>
            </a:r>
          </a:p>
          <a:p>
            <a:pPr marL="0" indent="0">
              <a:buNone/>
            </a:pPr>
            <a:r>
              <a:rPr lang="en-US" sz="1600" dirty="0"/>
              <a:t>ELSE → Non-skin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Generates binary mask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en-US" dirty="0"/>
              <a:t>Problems with Gaussian Method</a:t>
            </a:r>
            <a:endParaRPr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0679BC-1EAF-48D4-991C-452BCA7894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0040" y="2502549"/>
            <a:ext cx="519677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Probability values are very small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Difficult to choose correct threshold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Small change in threshold → big change in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Sensitive to noise and lighting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Computationally expensive (slow loops)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intuitive (hard to interpret probability)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E2D9C9-DF66-44AC-BEEB-DA4B46DA2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6834" y="4187700"/>
            <a:ext cx="3434459" cy="20868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378" y="469392"/>
            <a:ext cx="7543800" cy="1609344"/>
          </a:xfrm>
        </p:spPr>
        <p:txBody>
          <a:bodyPr>
            <a:normAutofit/>
          </a:bodyPr>
          <a:lstStyle/>
          <a:p>
            <a:r>
              <a:rPr lang="en-US" dirty="0" err="1"/>
              <a:t>Mahalanobis</a:t>
            </a:r>
            <a:r>
              <a:rPr lang="en-US" dirty="0"/>
              <a:t> Distance Method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00FA18-9891-4F55-825A-B72A0C6D13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1734" y="2377301"/>
            <a:ext cx="444480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Distance-based classification method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Measures how far a pixel is from skin distribution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Mean vector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Covariance matrix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Takes into account data spread and shape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Smaller distance → more likely skin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Larger distance → non-skin 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3972C23-D2EF-4052-B4CE-B1F95F719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8461" y="3628194"/>
            <a:ext cx="3793619" cy="304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400" dirty="0"/>
              <a:t>Convert image to chromaticity (x, y)</a:t>
            </a:r>
          </a:p>
          <a:p>
            <a:pPr marL="0" indent="0">
              <a:buNone/>
            </a:pPr>
            <a:r>
              <a:rPr lang="en-US" sz="1400" dirty="0"/>
              <a:t>For each pixel:</a:t>
            </a:r>
          </a:p>
          <a:p>
            <a:pPr marL="0" indent="0">
              <a:buNone/>
            </a:pPr>
            <a:r>
              <a:rPr lang="en-US" sz="1400" dirty="0"/>
              <a:t>	Compute </a:t>
            </a:r>
            <a:r>
              <a:rPr lang="en-US" sz="1400" dirty="0" err="1"/>
              <a:t>Mahalanobis</a:t>
            </a:r>
            <a:r>
              <a:rPr lang="en-US" sz="1400" dirty="0"/>
              <a:t> distance</a:t>
            </a:r>
          </a:p>
          <a:p>
            <a:pPr marL="0" indent="0">
              <a:buNone/>
            </a:pPr>
            <a:r>
              <a:rPr lang="en-US" sz="1400" dirty="0"/>
              <a:t>Apply threshold:</a:t>
            </a:r>
          </a:p>
          <a:p>
            <a:pPr marL="0" indent="0">
              <a:buNone/>
            </a:pPr>
            <a:r>
              <a:rPr lang="en-US" sz="1400" dirty="0"/>
              <a:t>	If distance &lt; threshold → Skin </a:t>
            </a:r>
          </a:p>
          <a:p>
            <a:pPr marL="0" indent="0">
              <a:buNone/>
            </a:pPr>
            <a:r>
              <a:rPr lang="en-US" sz="1400" dirty="0"/>
              <a:t>	Else → Non-skin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Output → Binary mask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z="14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z="14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41594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llage of a person&#10;&#10;AI-generated content may be incorrect.">
            <a:extLst>
              <a:ext uri="{FF2B5EF4-FFF2-40B4-BE49-F238E27FC236}">
                <a16:creationId xmlns:a16="http://schemas.microsoft.com/office/drawing/2014/main" id="{2A0CB50B-83D2-E99F-56CA-59586DA10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6" y="1028977"/>
            <a:ext cx="7667246" cy="201265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837459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981573"/>
            <a:ext cx="7667244" cy="2078335"/>
          </a:xfrm>
          <a:prstGeom prst="rect">
            <a:avLst/>
          </a:prstGeom>
          <a:blipFill dpi="0" rotWithShape="1">
            <a:blip r:embed="rId3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092" y="4162031"/>
            <a:ext cx="3407762" cy="1767141"/>
          </a:xfrm>
        </p:spPr>
        <p:txBody>
          <a:bodyPr>
            <a:normAutofit/>
          </a:bodyPr>
          <a:lstStyle/>
          <a:p>
            <a:pPr algn="r"/>
            <a:r>
              <a:rPr dirty="0"/>
              <a:t>Threshold Selection</a:t>
            </a:r>
            <a:endParaRPr lang="en-L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0" y="4170410"/>
            <a:ext cx="3524415" cy="176714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100" dirty="0"/>
              <a:t>• Tested multiple thresholds:</a:t>
            </a:r>
          </a:p>
          <a:p>
            <a:pPr marL="0" indent="0">
              <a:buNone/>
            </a:pPr>
            <a:r>
              <a:rPr lang="en-GB" sz="1100" dirty="0"/>
              <a:t>  - 2, 5, 10, 15, 20</a:t>
            </a:r>
          </a:p>
          <a:p>
            <a:pPr marL="0" indent="0">
              <a:buNone/>
            </a:pPr>
            <a:r>
              <a:rPr lang="en-GB" sz="1100" dirty="0"/>
              <a:t>• Controls detection sensitivity</a:t>
            </a:r>
          </a:p>
          <a:p>
            <a:pPr marL="0" indent="0">
              <a:buNone/>
            </a:pPr>
            <a:r>
              <a:rPr lang="en-GB" sz="1100" dirty="0"/>
              <a:t>• Lower threshold → more detection (noise)</a:t>
            </a:r>
          </a:p>
          <a:p>
            <a:pPr marL="0" indent="0">
              <a:buNone/>
            </a:pPr>
            <a:r>
              <a:rPr lang="en-GB" sz="1100" dirty="0"/>
              <a:t>• Higher threshold → less detection</a:t>
            </a:r>
          </a:p>
          <a:p>
            <a:pPr marL="0" indent="0">
              <a:buNone/>
            </a:pPr>
            <a:r>
              <a:rPr lang="en-GB" sz="1100" dirty="0"/>
              <a:t>• Best threshold selected = 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128670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17" name="Picture 16" descr="A person in a black suit&#10;&#10;AI-generated content may be incorrect.">
            <a:extLst>
              <a:ext uri="{FF2B5EF4-FFF2-40B4-BE49-F238E27FC236}">
                <a16:creationId xmlns:a16="http://schemas.microsoft.com/office/drawing/2014/main" id="{B8BE360A-A3DD-D019-BC88-7581F6234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722" y="1947923"/>
            <a:ext cx="4777021" cy="187498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837459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981573"/>
            <a:ext cx="7667244" cy="2078335"/>
          </a:xfrm>
          <a:prstGeom prst="rect">
            <a:avLst/>
          </a:prstGeom>
          <a:blipFill dpi="0" rotWithShape="1">
            <a:blip r:embed="rId3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092" y="4162031"/>
            <a:ext cx="3407762" cy="1767141"/>
          </a:xfrm>
        </p:spPr>
        <p:txBody>
          <a:bodyPr>
            <a:normAutofit/>
          </a:bodyPr>
          <a:lstStyle/>
          <a:p>
            <a:pPr algn="r"/>
            <a:r>
              <a:rPr lang="en-GB"/>
              <a:t>Skin Detection Results</a:t>
            </a:r>
          </a:p>
        </p:txBody>
      </p:sp>
      <p:pic>
        <p:nvPicPr>
          <p:cNvPr id="6" name="Picture 5" descr="A person with a black background&#10;&#10;AI-generated content may be incorrect.">
            <a:extLst>
              <a:ext uri="{FF2B5EF4-FFF2-40B4-BE49-F238E27FC236}">
                <a16:creationId xmlns:a16="http://schemas.microsoft.com/office/drawing/2014/main" id="{5BC13FC4-9614-881C-1A13-8F1B21471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34" y="43750"/>
            <a:ext cx="4335220" cy="18749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0" y="4170410"/>
            <a:ext cx="3524415" cy="176714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500" dirty="0"/>
              <a:t>• Output includes:</a:t>
            </a:r>
          </a:p>
          <a:p>
            <a:pPr marL="0" indent="0">
              <a:buNone/>
            </a:pPr>
            <a:r>
              <a:rPr lang="en-GB" sz="1500" dirty="0"/>
              <a:t>  - Binary mask</a:t>
            </a:r>
          </a:p>
          <a:p>
            <a:pPr marL="0" indent="0">
              <a:buNone/>
            </a:pPr>
            <a:r>
              <a:rPr lang="en-GB" sz="1500" dirty="0"/>
              <a:t>  - Skin-only image</a:t>
            </a:r>
          </a:p>
          <a:p>
            <a:pPr marL="0" indent="0">
              <a:buNone/>
            </a:pPr>
            <a:r>
              <a:rPr lang="en-GB" sz="1500" dirty="0"/>
              <a:t>• Skin regions successfully detected</a:t>
            </a:r>
          </a:p>
          <a:p>
            <a:pPr marL="0" indent="0">
              <a:buNone/>
            </a:pPr>
            <a:r>
              <a:rPr lang="en-GB" sz="1500" dirty="0"/>
              <a:t>• Works across multiple images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128670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Advantages:</a:t>
            </a:r>
          </a:p>
          <a:p>
            <a:pPr marL="0" indent="0">
              <a:buNone/>
            </a:pPr>
            <a:r>
              <a:rPr dirty="0"/>
              <a:t>• Robust to lighting changes</a:t>
            </a:r>
          </a:p>
          <a:p>
            <a:pPr marL="0" indent="0">
              <a:buNone/>
            </a:pPr>
            <a:r>
              <a:rPr dirty="0"/>
              <a:t>• Chromaticity removes brightness effects</a:t>
            </a:r>
          </a:p>
          <a:p>
            <a:pPr marL="0" indent="0">
              <a:buNone/>
            </a:pPr>
            <a:r>
              <a:rPr dirty="0"/>
              <a:t>• Gaussian model is effective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Limitations:</a:t>
            </a:r>
          </a:p>
          <a:p>
            <a:pPr marL="0" indent="0">
              <a:buNone/>
            </a:pPr>
            <a:r>
              <a:rPr dirty="0"/>
              <a:t>• Confuses similar colors (hair, clothes)</a:t>
            </a:r>
          </a:p>
          <a:p>
            <a:pPr marL="0" indent="0">
              <a:buNone/>
            </a:pPr>
            <a:r>
              <a:rPr dirty="0"/>
              <a:t>• Sensitive to threshold</a:t>
            </a:r>
          </a:p>
          <a:p>
            <a:pPr marL="0" indent="0">
              <a:buNone/>
            </a:pPr>
            <a:r>
              <a:rPr dirty="0"/>
              <a:t>• Some noise remains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Skin detection implemented successfully</a:t>
            </a:r>
          </a:p>
          <a:p>
            <a:pPr marL="0" indent="0">
              <a:buNone/>
            </a:pPr>
            <a:r>
              <a:rPr dirty="0"/>
              <a:t>• Used chromaticity + Gaussian model</a:t>
            </a:r>
          </a:p>
          <a:p>
            <a:pPr marL="0" indent="0">
              <a:buNone/>
            </a:pPr>
            <a:r>
              <a:rPr dirty="0"/>
              <a:t>• Mean and covariance used for modeling</a:t>
            </a:r>
          </a:p>
          <a:p>
            <a:pPr marL="0" indent="0">
              <a:buNone/>
            </a:pPr>
            <a:r>
              <a:rPr dirty="0"/>
              <a:t>• Threshold-based classification applied</a:t>
            </a:r>
          </a:p>
          <a:p>
            <a:pPr marL="0" indent="0">
              <a:buNone/>
            </a:pPr>
            <a:r>
              <a:rPr dirty="0"/>
              <a:t>• Method is effective but not perfect</a:t>
            </a:r>
          </a:p>
          <a:p>
            <a:pPr marL="0" indent="0">
              <a:buNone/>
            </a:pPr>
            <a:r>
              <a:rPr dirty="0"/>
              <a:t>• Can be improved using advanced models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60D9CA-1F47-157F-D9AC-70BD059F0ECA}"/>
              </a:ext>
            </a:extLst>
          </p:cNvPr>
          <p:cNvSpPr txBox="1"/>
          <p:nvPr/>
        </p:nvSpPr>
        <p:spPr>
          <a:xfrm>
            <a:off x="3407228" y="3167390"/>
            <a:ext cx="2168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sz="2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0769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63</TotalTime>
  <Words>676</Words>
  <Application>Microsoft Office PowerPoint</Application>
  <PresentationFormat>On-screen Show (4:3)</PresentationFormat>
  <Paragraphs>156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SKIN COLOR DETECTION USING CHROMATICITY</vt:lpstr>
      <vt:lpstr>Introduction</vt:lpstr>
      <vt:lpstr>Objective</vt:lpstr>
      <vt:lpstr>Dataset</vt:lpstr>
      <vt:lpstr>Sample Images &amp; Cropped Regions</vt:lpstr>
      <vt:lpstr>PowerPoint Presentation</vt:lpstr>
      <vt:lpstr>Image Loading</vt:lpstr>
      <vt:lpstr>Skin Region Selection</vt:lpstr>
      <vt:lpstr>Chromaticity Concept</vt:lpstr>
      <vt:lpstr>Chromaticity Conversion Results</vt:lpstr>
      <vt:lpstr>Skin Pixel Distribution</vt:lpstr>
      <vt:lpstr>Gaussian Probability Function</vt:lpstr>
      <vt:lpstr>Problems with Gaussian Method</vt:lpstr>
      <vt:lpstr>Mahalanobis Distance Method</vt:lpstr>
      <vt:lpstr>Threshold Selection</vt:lpstr>
      <vt:lpstr>Skin Detection Results</vt:lpstr>
      <vt:lpstr>Analysis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 COLOR DETECTION USING CHROMATICITY</dc:title>
  <dc:subject/>
  <dc:creator>Nasrullah_7</dc:creator>
  <cp:keywords/>
  <dc:description>generated using python-pptx</dc:description>
  <cp:lastModifiedBy>NASRULLA M H</cp:lastModifiedBy>
  <cp:revision>15</cp:revision>
  <dcterms:created xsi:type="dcterms:W3CDTF">2013-01-27T09:14:16Z</dcterms:created>
  <dcterms:modified xsi:type="dcterms:W3CDTF">2026-03-27T02:08:42Z</dcterms:modified>
  <cp:category/>
</cp:coreProperties>
</file>